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Structural Design Pattern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Structural Design Pattern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Structural Design Patterns focus on how objects communicate and are connected to form a larger structure.</a:t>
            </a:r>
          </a:p>
          <a:p/>
          <a:p>
            <a:r>
              <a:t>They reduce tight coupling and make systems flexible.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Adapter Pattern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Adapter Pattern allows incompatible interfaces to work together.</a:t>
            </a:r>
          </a:p>
          <a:p/>
          <a:p>
            <a:r>
              <a:t>It converts one interface into another expected by the client.</a:t>
            </a:r>
            <a:r>
              <a:rPr lang="en-IN"/>
              <a:t> it means adapting to the new version without changing the code .</a:t>
            </a:r>
            <a:endParaRPr lang="en-I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Adapter Pattern – Simple Code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835" y="1246505"/>
            <a:ext cx="8228965" cy="4879975"/>
          </a:xfrm>
        </p:spPr>
        <p:txBody>
          <a:bodyPr>
            <a:normAutofit fontScale="50000"/>
          </a:bodyPr>
          <a:lstStyle/>
          <a:p>
            <a:pPr marL="0" indent="0">
              <a:buNone/>
            </a:pPr>
            <a:r>
              <a:t>interface Charger {</a:t>
            </a:r>
          </a:p>
          <a:p>
            <a:pPr marL="0" indent="0">
              <a:buNone/>
            </a:pPr>
            <a:r>
              <a:t>  void charge();</a:t>
            </a:r>
          </a:p>
          <a:p>
            <a:pPr marL="0" indent="0">
              <a:buNone/>
            </a:pPr>
            <a:r>
              <a:t>}</a:t>
            </a:r>
          </a:p>
          <a:p>
            <a:pPr marL="0" indent="0">
              <a:buNone/>
            </a:pPr>
            <a:r>
              <a:t>class MobileCharger {</a:t>
            </a:r>
          </a:p>
          <a:p>
            <a:pPr marL="0" indent="0">
              <a:buNone/>
            </a:pPr>
            <a:r>
              <a:t>  void chargeMobile() {</a:t>
            </a:r>
          </a:p>
          <a:p>
            <a:pPr marL="0" indent="0">
              <a:buNone/>
            </a:pPr>
            <a:r>
              <a:t>    System.out.println("Charging Mobile");</a:t>
            </a:r>
          </a:p>
          <a:p>
            <a:pPr marL="0" indent="0">
              <a:buNone/>
            </a:pPr>
            <a:r>
              <a:t>  }</a:t>
            </a:r>
          </a:p>
          <a:p>
            <a:pPr marL="0" indent="0">
              <a:buNone/>
            </a:pPr>
            <a:r>
              <a:t>}</a:t>
            </a:r>
          </a:p>
          <a:p/>
          <a:p>
            <a:pPr marL="0" indent="0">
              <a:buNone/>
            </a:pPr>
            <a:r>
              <a:t>class Adapter implements Charger {</a:t>
            </a:r>
          </a:p>
          <a:p>
            <a:pPr marL="0" indent="0">
              <a:buNone/>
            </a:pPr>
            <a:r>
              <a:t>  MobileCharger m = new MobileCharger();</a:t>
            </a:r>
          </a:p>
          <a:p>
            <a:pPr marL="0" indent="0">
              <a:buNone/>
            </a:pPr>
            <a:r>
              <a:t>  public void charge() {</a:t>
            </a:r>
          </a:p>
          <a:p>
            <a:pPr marL="0" indent="0">
              <a:buNone/>
            </a:pPr>
            <a:r>
              <a:t>   m.chargeMobile();</a:t>
            </a:r>
          </a:p>
          <a:p>
            <a:pPr marL="0" indent="0">
              <a:buNone/>
            </a:pPr>
            <a:r>
              <a:t>  }</a:t>
            </a:r>
          </a:p>
          <a:p>
            <a:pPr marL="0" indent="0">
              <a:buNone/>
            </a:pPr>
            <a:r>
              <a:t>}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Cascading Pattern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Facade Pattern provides a simplified interface to a complex system.</a:t>
            </a:r>
          </a:p>
          <a:p/>
          <a:p>
            <a:r>
              <a:t>Client communicates with one class instead of many.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implementation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50000"/>
          </a:bodyPr>
          <a:lstStyle/>
          <a:p>
            <a:pPr marL="0" indent="0">
              <a:buNone/>
            </a:pPr>
            <a:r>
              <a:t>class </a:t>
            </a:r>
            <a:r>
              <a:rPr lang="en-IN"/>
              <a:t>cpu</a:t>
            </a:r>
            <a:r>
              <a:t> {</a:t>
            </a:r>
          </a:p>
          <a:p>
            <a:pPr marL="0" indent="0">
              <a:buNone/>
            </a:pPr>
            <a:r>
              <a:t>  void start(){System.out.println("CPU Start");}</a:t>
            </a:r>
          </a:p>
          <a:p>
            <a:pPr marL="0" indent="0">
              <a:buNone/>
            </a:pPr>
            <a:r>
              <a:t>}</a:t>
            </a:r>
          </a:p>
          <a:p>
            <a:pPr marL="0" indent="0">
              <a:buNone/>
            </a:pPr>
            <a:r>
              <a:t>class </a:t>
            </a:r>
            <a:r>
              <a:rPr lang="en-IN"/>
              <a:t>m</a:t>
            </a:r>
            <a:r>
              <a:t>emory {</a:t>
            </a:r>
          </a:p>
          <a:p>
            <a:pPr marL="0" indent="0">
              <a:buNone/>
            </a:pPr>
            <a:r>
              <a:t>void load(){System.out.println("Memory Load");}</a:t>
            </a:r>
          </a:p>
          <a:p/>
          <a:p>
            <a:pPr marL="0" indent="0">
              <a:buNone/>
            </a:pPr>
            <a:r>
              <a:t>}class </a:t>
            </a:r>
            <a:r>
              <a:rPr lang="en-IN"/>
              <a:t>user</a:t>
            </a:r>
            <a:r>
              <a:t> {</a:t>
            </a:r>
          </a:p>
          <a:p>
            <a:pPr marL="0" indent="0">
              <a:buNone/>
            </a:pPr>
            <a:r>
              <a:t>  </a:t>
            </a:r>
            <a:r>
              <a:rPr lang="en-IN"/>
              <a:t>cpu </a:t>
            </a:r>
            <a:r>
              <a:t>c = new </a:t>
            </a:r>
            <a:r>
              <a:rPr lang="en-IN"/>
              <a:t>cpu</a:t>
            </a:r>
            <a:r>
              <a:t>();</a:t>
            </a:r>
          </a:p>
          <a:p>
            <a:pPr marL="0" indent="0">
              <a:buNone/>
            </a:pPr>
            <a:r>
              <a:rPr lang="en-IN"/>
              <a:t>memory</a:t>
            </a:r>
            <a:r>
              <a:t> m = new </a:t>
            </a:r>
            <a:r>
              <a:rPr lang="en-IN"/>
              <a:t>m</a:t>
            </a:r>
            <a:r>
              <a:t>emory();</a:t>
            </a:r>
          </a:p>
          <a:p>
            <a:pPr marL="0" indent="0">
              <a:buNone/>
            </a:pPr>
            <a:r>
              <a:t>void start(){</a:t>
            </a:r>
          </a:p>
          <a:p>
            <a:pPr marL="0" indent="0">
              <a:buNone/>
            </a:pPr>
            <a:r>
              <a:t>   c.start(); </a:t>
            </a:r>
          </a:p>
          <a:p>
            <a:pPr marL="0" indent="0">
              <a:buNone/>
            </a:pPr>
            <a:r>
              <a:t>m.load();</a:t>
            </a:r>
          </a:p>
          <a:p>
            <a:pPr marL="0" indent="0">
              <a:buNone/>
            </a:pPr>
            <a:r>
              <a:t> }</a:t>
            </a:r>
          </a:p>
          <a:p>
            <a:pPr marL="0" indent="0">
              <a:buNone/>
            </a:pPr>
            <a:r>
              <a:t>}</a:t>
            </a:r>
            <a:r>
              <a:rPr lang="en-IN"/>
              <a:t> </a:t>
            </a:r>
            <a:endParaRPr lang="en-IN"/>
          </a:p>
          <a:p>
            <a:pPr marL="0" indent="0">
              <a:buNone/>
            </a:pPr>
            <a:r>
              <a:rPr lang="en-IN"/>
              <a:t>call these things using the user class object madam</a:t>
            </a:r>
            <a:endParaRPr lang="en-IN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Structural patterns focus on object communication.</a:t>
            </a:r>
          </a:p>
          <a:p/>
          <a:p>
            <a:r>
              <a:t>Adapter → Connects incompatible objects</a:t>
            </a:r>
          </a:p>
          <a:p>
            <a:r>
              <a:t>Facade → Simplifies complex systems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1245</Words>
  <Application>WPS Presentation</Application>
  <PresentationFormat>On-screen Show (4:3)</PresentationFormat>
  <Paragraphs>63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5" baseType="lpstr">
      <vt:lpstr>Arial</vt:lpstr>
      <vt:lpstr>SimSun</vt:lpstr>
      <vt:lpstr>Wingdings</vt:lpstr>
      <vt:lpstr>Arial</vt:lpstr>
      <vt:lpstr>Calibri</vt:lpstr>
      <vt:lpstr>Microsoft YaHei</vt:lpstr>
      <vt:lpstr>Arial Unicode MS</vt:lpstr>
      <vt:lpstr>Office Theme</vt:lpstr>
      <vt:lpstr>Structural Design Pattern</vt:lpstr>
      <vt:lpstr>Structural Design Pattern – Definition</vt:lpstr>
      <vt:lpstr>Adapter Pattern – Definition</vt:lpstr>
      <vt:lpstr>Adapter Pattern – Simple Code</vt:lpstr>
      <vt:lpstr>Facade (Cascading) Pattern – Definition</vt:lpstr>
      <vt:lpstr>Facade Pattern – Simple Code</vt:lpstr>
      <vt:lpstr>Conclusion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Chaithanya</cp:lastModifiedBy>
  <cp:revision>3</cp:revision>
  <dcterms:created xsi:type="dcterms:W3CDTF">2013-01-27T09:14:00Z</dcterms:created>
  <dcterms:modified xsi:type="dcterms:W3CDTF">2026-01-13T07:04:11Z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23442955DCEC43398323A12ADD3E6200_13</vt:lpwstr>
  </property>
  <property fmtid="{D5CDD505-2E9C-101B-9397-08002B2CF9AE}" pid="3" name="KSOProductBuildVer">
    <vt:lpwstr>1033-12.2.0.23196</vt:lpwstr>
  </property>
</Properties>
</file>